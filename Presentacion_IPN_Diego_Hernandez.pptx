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dos a tres minutos. Idea que debe quedar: vengo de la ingeniería de procesos, me reconvertí a desarrollo y analítica por necesidad real del trabajo, y busco formalizar esa base en la maestría.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lámina de la idea central. Conviene detenerse aquí unos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secuencia explica la reconversión: base metalúrgica, luego productividad, después desarrollo y nube, y ahora la maestría para formalizar la parte de informática.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últimos se solapan con ADEMINCOL porque fueron trabajos por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uno, el más completo técnicamente es el Country Risk Compass.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puntaje más bajo es expresión oral. Si preguntan, conviene reconocerlo y decir cómo se está trabajando.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competencias son las de la maestría, tomadas del plan de estudios. Conviene ajustar la lectura personal de cada una antes de presentar, según el perfil de investigación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valor esta anclado a un proyecto real, no es generico. Si el tiempo es corto, esta lamina se puede resumir hablando en voz alta y dejar la diapositiva como referencia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INSTITUTO POLITÉCNICO NACIONAL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350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Maestría en Informática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Diego Alejandro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Hernández Blanco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Ingeniero Metalúrgico  ·  Especialista en Gestión de la Productividad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Desarrollador de software y analista de datos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754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Ciudad de México  ·  dialhebl.dh@gmail.com  ·  +52 56 4790 1745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49640" y="1828800"/>
            <a:ext cx="2834640" cy="2834640"/>
          </a:xfrm>
          <a:prstGeom prst="ellipse">
            <a:avLst/>
          </a:prstGeom>
          <a:solidFill>
            <a:srgbClr val="6A1B32"/>
          </a:solidFill>
          <a:ln/>
        </p:spPr>
      </p:sp>
      <p:pic>
        <p:nvPicPr>
          <p:cNvPr id="9" name="Image 0" descr="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965960"/>
            <a:ext cx="2560320" cy="256032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91640"/>
            <a:ext cx="9326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Llegué al software desde la planta: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necesitaba herramientas que no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existían y terminé construyéndolas.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4160520"/>
            <a:ext cx="566928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43891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Cinco años de ingeniería metalúrgica y mejora continua en siderurgia e integridad de activos, con una reconversión progresiva hacia el desarrollo de software y el análisis de datos aplicados a esos mismos procesos industriales.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Formación académica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 la metalurgia al desarrollo de software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– 2028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8013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Maestría en Informática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1214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Instituto Politécnico Nacional (IPN)   ·   Aspirante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487168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 – 2026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4261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Tecnólogo en Aplicaciones para Cloud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962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SENA   ·   En certificación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328416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11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 – 2024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48386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Especialización en Gestión de la Productividad y Mejoramiento Continuo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8039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UPTC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169664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2022 – 2024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32511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Tecnólogo en Análisis y Desarrollo de Sistemas de Información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5010912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93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2018 – 2023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51663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Ingeniería Metalúrgica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5486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Universidad Pedagógica y Tecnológica de Colombia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Trayectoria profesional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Cinco roles entre 2023 y la actualidad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86968" y="2971800"/>
            <a:ext cx="8577072" cy="0"/>
          </a:xfrm>
          <a:prstGeom prst="line">
            <a:avLst/>
          </a:prstGeom>
          <a:noFill/>
          <a:ln w="25400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8895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 – Dic 2023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Ingeniero de Mejora Continua, Alto Horno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Acerías Paz del Río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8895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98648" y="2377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Feb – Abr 2024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98648" y="324612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Auditor de Calidad y Procesos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Laboratorio de Pruebas Electromecánicas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47488" y="2889504"/>
            <a:ext cx="164592" cy="164592"/>
          </a:xfrm>
          <a:prstGeom prst="ellipse">
            <a:avLst/>
          </a:prstGeom>
          <a:solidFill>
            <a:srgbClr val="6A1B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0056" y="2377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Jul 2024 – hoy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0056" y="324612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Ingeniero Desarrollador e Integral de Activos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0056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ADEMINCOL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68896" y="28895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1464" y="2377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 2025 – Feb 2026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41464" y="324612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Gestor de Proyectos y Procesos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41464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Cámara de Comercio de Duitama / UPTC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90304" y="28895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62872" y="2377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 proyecto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324612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Desarrollador de Software y Analista de Datos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62872" y="416052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and Human Rights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Experiencia aplicada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Donde el proceso industrial se encontró con el código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ADEMINCOL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39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Integridad de activos  ·  actualidad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6148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Gestión de integridad de activos bajo normas API 580, 581 y 570, y ASME.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Digitalización de la inspección con aplicaciones propias y análisis en Python, R y SQL.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Modelos de riesgo (RBI) llevados a tableros de decisión en Power BI.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ACERÍAS PAZ DEL RÍO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139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Mejora continua, Alto Horno  ·  2023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2542032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76148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Análisis estadístico con Minitab y Python para localizar cuellos de botella.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Herramientas de control propias en Power BI y Excel avanzado.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Apoyo a sistemas de gestión integral bajo normas ISO.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Proyectos desarrollados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Siete sistemas entregados en Colombia, México y España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BHR Due Diligence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&amp; Human Rights   ·   Madrid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96312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 Risk Compass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Repsol · Inditex   ·   Madrid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496312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791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Gestor de Reportes de Inspección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53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ADEMINCOL   ·   Bogotá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392424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6791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Plataforma Académica Alto Horno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953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Acerías Paz del Río   ·   Sogamoso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3392424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KG Academy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49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KG Gestión Integral S.A.S.   ·   Palmira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288536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575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Portal Tributario Municipal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849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Alcaldía de Paipa (+3 municipios)   ·   Paipa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4288536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471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Automatización de flujos de aprobación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45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Sector corporativo   ·   Ciudad de México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5184648"/>
            <a:ext cx="484632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Competencias técnicas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Herramientas de trabajo habitual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8745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 ·  React y TypeScript  ·  SQL  ·  FastAPI  ·  Firebase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Analítica y datos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92608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 ·  Tableau  ·  R  ·  Minitab  ·  Machine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Automatización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97764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AppSheet  ·  Power Automate  ·  Agentes de IA  ·  Google Apps Script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800600"/>
            <a:ext cx="1060704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29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Ingeniería y normas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02920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580 / 581 / 570  ·  ASME  ·  Lean y Six Sigma  ·  ISO 9001 e ISO 17025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Formación continua e idiomas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Actualización permanente fuera del aula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414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cursos certificados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1.226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58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horas acumuladas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Principalmente en SENA y Platzi, con 19 cursos en cada uno y foco en desarrollo de software, seguidos de MINTIC, UPTC y otros programas.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0" cy="320040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Idiomas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Español — nativo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651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Inglés — B1 (MCER)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Comprensión de lectura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Comprensión auditiva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Expresión escrita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4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Expresión oral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4251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754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Examen de dominio del idioma inglés para admisión a maestría.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CENLEX Unidad Zacatenco, IPN  ·  vigente hasta junio de 2027.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85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Hacia la Maestría en Informática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916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¿Por qué esta maestría?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299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resuelto problemas de datos y software desde la práctica, aprendiendo lo que cada proyecto exigía. Busco la formación que dé fundamento a ese trabajo y me permita abordarlo con rigor de investigación.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10607040" cy="0"/>
          </a:xfrm>
          <a:prstGeom prst="line">
            <a:avLst/>
          </a:prstGeom>
          <a:noFill/>
          <a:ln w="12700">
            <a:solidFill>
              <a:srgbClr val="2B32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2918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¿Qué competencias espero obtener?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Investigación aplicada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959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Llevar los problemas de planta a preguntas de investigación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Sistemas inteligentes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39959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Modelos predictivos sobre datos de proceso e integridad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Ingeniería de software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474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Método y rigor donde hoy aplico oficio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Datos a gran escala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50474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Escalar lo que hoy resuelvo en volúmenes acotados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85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Valores en comunicación social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98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forma en que comunico lo que hago, aplicada en cada proyecto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Transparencia y rendición de cuentas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Auditorías bajo ISO 9001 e ISO 17025, y el portal tributario municipal de Paipa: comunicar hallazgos y datos públicos con claridad, sin tecnicismos que oculten la información.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21488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Manejo responsable de información sensible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2743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Debida diligencia en derechos humanos con Business and Human Rights: traducir hallazgos delicados en información útil y cuidadosa para empresas y comunidades.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233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Divulgación técnica accesible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Plataforma educativa KG Academy: contenidos y formación pensados para personal operativo, no solo para especialistas.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0233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Vocación de servicio público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46177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8EE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Trabajo con la Alcaldía de Paipa y la Cámara de Comercio de Duitama: comunicación institucional orientada al ciudadano.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dialhebl.dh@gmail.com  ·  +52 56 4790 1745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27080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personal — Maestría en Informática, IPN</dc:title>
  <dc:subject>PptxGenJS Presentation</dc:subject>
  <dc:creator>Diego Alejandro Hernández Blanco</dc:creator>
  <cp:lastModifiedBy>Diego Alejandro Hernández Blanco</cp:lastModifiedBy>
  <cp:revision>1</cp:revision>
  <dcterms:created xsi:type="dcterms:W3CDTF">2026-09-01T23:26:09Z</dcterms:created>
  <dcterms:modified xsi:type="dcterms:W3CDTF">2026-09-01T23:26:09Z</dcterms:modified>
</cp:coreProperties>
</file>