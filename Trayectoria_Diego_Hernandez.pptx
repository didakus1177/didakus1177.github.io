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F172A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0F172A"/>
                </a:solidFill>
                <a:latin typeface="Calibri"/>
              </a:rPr>
              <a:t>Cursos por institución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Cursos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F172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SENA</c:v>
                  </c:pt>
                  <c:pt idx="1">
                    <c:v>Platzi</c:v>
                  </c:pt>
                  <c:pt idx="2">
                    <c:v>MINTIC</c:v>
                  </c:pt>
                  <c:pt idx="3">
                    <c:v>UPTC</c:v>
                  </c:pt>
                  <c:pt idx="4">
                    <c:v>Ricaute</c:v>
                  </c:pt>
                  <c:pt idx="5">
                    <c:v>Saber +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19</c:v>
                </c:pt>
                <c:pt idx="1">
                  <c:v>19</c:v>
                </c:pt>
                <c:pt idx="2">
                  <c:v>3</c:v>
                </c:pt>
                <c:pt idx="3">
                  <c:v>2</c:v>
                </c:pt>
                <c:pt idx="4">
                  <c:v>1</c:v>
                </c:pt>
                <c:pt idx="5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F172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75569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F172A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0F172A"/>
                </a:solidFill>
                <a:latin typeface="Calibri"/>
              </a:rPr>
              <a:t>Examen CENLEX – IPN (sobre 100)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Puntaje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F172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563E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563E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563E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60A5FA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Comprensión
de lectura</c:v>
                  </c:pt>
                  <c:pt idx="1">
                    <c:v>Comprensión
auditiva</c:v>
                  </c:pt>
                  <c:pt idx="2">
                    <c:v>Expresión
escrita</c:v>
                  </c:pt>
                  <c:pt idx="3">
                    <c:v>Expresión
oral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90</c:v>
                </c:pt>
                <c:pt idx="1">
                  <c:v>90</c:v>
                </c:pt>
                <c:pt idx="2">
                  <c:v>90</c:v>
                </c:pt>
                <c:pt idx="3">
                  <c:v>65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F172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475569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de trayectoria profesional y académica. Perfil híbrido: ingeniería metalúrgica de base, con especialización en productividad y reconversión hacia desarrollo de software y analítica de datos.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tres ejes resumen el perfil híbrido: proceso industrial, mejora continua y software.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rol actual es ADEMINCOL. Los periodos se solapan porque BHR y la Cámara fueron trabajos por proyecto.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Dos casos: el actual, centrado en integridad de activos, y el de siderurgia, centrado en mejora continua.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secuencia muestra la reconversión: base metalúrgica, luego productividad, luego desarrollo y nube, y ahora maestría en informática.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area con mas peso es desarrollo, coherente con la reconversión profesional.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puntajes salen de la constancia oficial del CENLEX y se pueden verificar en el sitio del IPN.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18120" y="1143000"/>
            <a:ext cx="3200400" cy="3200400"/>
          </a:xfrm>
          <a:prstGeom prst="ellipse">
            <a:avLst/>
          </a:prstGeom>
          <a:solidFill>
            <a:srgbClr val="1E3A8A"/>
          </a:solidFill>
          <a:ln/>
        </p:spPr>
      </p:sp>
      <p:pic>
        <p:nvPicPr>
          <p:cNvPr id="3" name="Image 0" descr="perf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73568" y="1298448"/>
            <a:ext cx="2889504" cy="2889504"/>
          </a:xfrm>
          <a:prstGeom prst="ellipse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1691640"/>
            <a:ext cx="6766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DIEGO ALEJANDRO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2286000"/>
            <a:ext cx="6766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0A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HERNÁNDEZ BLANCO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306324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Desarrollador de Software  ·  Ingeniero Metalúrgico  ·  Analista de Datos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401568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Especialista en Gestión de la Productividad y Mejoramiento Continuo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4343400"/>
            <a:ext cx="6766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Ciudad de México (CDMX)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+52 56 4790 1745   ·   +57 321 629 1861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dialhebl.dh@gmail.com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Perfil profesional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8755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 soy y qué resuelvo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Ingeniero Metalúrgico y Especialista en Gestión de la Productividad y Mejoramiento Continuo, con trayectoria en la transformación de procesos industriales y análisis de datos.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697480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Combino el conocimiento del proceso industrial con el desarrollo de software: construyo la aplicación que le falta a la operación, automatizo lo repetitivo y dejo al equipo sabiendo usarlo.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3886200"/>
            <a:ext cx="420624" cy="42062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3886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207008" y="386791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Integridad de activos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207008" y="4087368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Normas API 580, 581, 570 y ASME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4453128"/>
            <a:ext cx="420624" cy="42062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4531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207008" y="443484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 continua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207008" y="4654296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Lean, Six Sigma y control estadístico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5020056"/>
            <a:ext cx="420624" cy="42062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" y="50200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207008" y="500176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y datos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207008" y="5221224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Aplicaciones, tableros y automatización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223760" y="1600200"/>
            <a:ext cx="4297680" cy="4023360"/>
          </a:xfrm>
          <a:prstGeom prst="roundRect">
            <a:avLst>
              <a:gd name="adj" fmla="val 2727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498080" y="1874520"/>
            <a:ext cx="1143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6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600" dirty="0"/>
          </a:p>
        </p:txBody>
      </p:sp>
      <p:sp>
        <p:nvSpPr>
          <p:cNvPr id="20" name="Text 18"/>
          <p:cNvSpPr txBox="1"/>
          <p:nvPr/>
        </p:nvSpPr>
        <p:spPr>
          <a:xfrm>
            <a:off x="8778240" y="1947672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titulaciones entre grado,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especialización y tecnologías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7498080" y="3172968"/>
            <a:ext cx="1143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6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</a:t>
            </a:r>
            <a:endParaRPr lang="en-US" sz="4600" dirty="0"/>
          </a:p>
        </p:txBody>
      </p:sp>
      <p:sp>
        <p:nvSpPr>
          <p:cNvPr id="22" name="Text 20"/>
          <p:cNvSpPr txBox="1"/>
          <p:nvPr/>
        </p:nvSpPr>
        <p:spPr>
          <a:xfrm>
            <a:off x="8778240" y="324612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cursos de formación continua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(1.226 horas certificadas)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7498080" y="4471416"/>
            <a:ext cx="1143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6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4600" dirty="0"/>
          </a:p>
        </p:txBody>
      </p:sp>
      <p:sp>
        <p:nvSpPr>
          <p:cNvPr id="24" name="Text 22"/>
          <p:cNvSpPr txBox="1"/>
          <p:nvPr/>
        </p:nvSpPr>
        <p:spPr>
          <a:xfrm>
            <a:off x="8778240" y="4544568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proyectos entregados en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Colombia, México y España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Diego A. Hernández Blanco  ·  Trayectoria profesional y académica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097280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Trayectoria profesional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8755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roles entre 2023 y la actualidad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10881360" cy="786384"/>
          </a:xfrm>
          <a:prstGeom prst="roundRect">
            <a:avLst>
              <a:gd name="adj" fmla="val 13953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" y="1755648"/>
            <a:ext cx="420624" cy="42062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96112" y="17556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691640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Ingeniero Desarrollador e Integral de Activos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1993392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ADEMINCOL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8503920" y="181965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2024 – Actualidad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505456"/>
            <a:ext cx="10881360" cy="786384"/>
          </a:xfrm>
          <a:prstGeom prst="roundRect">
            <a:avLst>
              <a:gd name="adj" fmla="val 13953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96112" y="2688336"/>
            <a:ext cx="420624" cy="420624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96112" y="26883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2624328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 de Proyectos y Procesos (OPS)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508760" y="2926080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Cámara de Comercio de Duitama / UPTC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8503920" y="275234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2025 – Feb 2026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438144"/>
            <a:ext cx="10881360" cy="786384"/>
          </a:xfrm>
          <a:prstGeom prst="roundRect">
            <a:avLst>
              <a:gd name="adj" fmla="val 13953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96112" y="3621024"/>
            <a:ext cx="420624" cy="420624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96112" y="36210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508760" y="3557016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Desarrollador de Software y Analista de Datos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508760" y="3858768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and Human Rights (BHR)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8503920" y="368503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4370832"/>
            <a:ext cx="10881360" cy="786384"/>
          </a:xfrm>
          <a:prstGeom prst="roundRect">
            <a:avLst>
              <a:gd name="adj" fmla="val 13953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96112" y="4553712"/>
            <a:ext cx="420624" cy="420624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96112" y="45537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508760" y="4489704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 de Calidad y Procesos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508760" y="4791456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 de Pruebas Electromecánicas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8503920" y="46177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2024 – Abr 2024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0080" y="5303520"/>
            <a:ext cx="10881360" cy="786384"/>
          </a:xfrm>
          <a:prstGeom prst="roundRect">
            <a:avLst>
              <a:gd name="adj" fmla="val 13953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96112" y="5486400"/>
            <a:ext cx="420624" cy="420624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96112" y="5486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1508760" y="5422392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Ingeniero de Mejora Continua – Alto Horno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1508760" y="5724144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Acerías Paz del Río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8503920" y="555040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 2023 – Dic 2023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640080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Diego A. Hernández Blanco  ·  Trayectoria profesional y académica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097280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Experiencia destacada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8755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hice y con qué resultado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5257800" cy="3063240"/>
          </a:xfrm>
          <a:prstGeom prst="roundRect">
            <a:avLst>
              <a:gd name="adj" fmla="val 3582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182880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ADEMINCOL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15798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Integridad de activos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606040"/>
            <a:ext cx="4572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integridad de activos industriales bajo normas API 580, 581 y 570, y ASME.</a:t>
            </a:r>
            <a:endParaRPr lang="en-US" sz="1250" dirty="0"/>
          </a:p>
          <a:p>
            <a:pPr marL="342900" indent="-342900">
              <a:lnSpc>
                <a:spcPts val="1800"/>
              </a:lnSpc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Transformación digital de la inspección con aplicaciones y análisis en Python, R y SQL.</a:t>
            </a:r>
            <a:endParaRPr lang="en-US" sz="1250" dirty="0"/>
          </a:p>
          <a:p>
            <a:pPr marL="342900" indent="-342900">
              <a:lnSpc>
                <a:spcPts val="1800"/>
              </a:lnSpc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Tableros en Power BI para visualizar riesgo y decidir con datos (RBI).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63640" y="1572768"/>
            <a:ext cx="5257800" cy="3063240"/>
          </a:xfrm>
          <a:prstGeom prst="roundRect">
            <a:avLst>
              <a:gd name="adj" fmla="val 3582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629400" y="182880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ACERÍAS PAZ DEL RÍO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629400" y="215798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 continua – Alto Horno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629400" y="2606040"/>
            <a:ext cx="4572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Proyectos de mejora con herramientas estadísticas (Minitab, Python) para eliminar cuellos de botella.</a:t>
            </a:r>
            <a:endParaRPr lang="en-US" sz="1250" dirty="0"/>
          </a:p>
          <a:p>
            <a:pPr marL="342900" indent="-342900">
              <a:lnSpc>
                <a:spcPts val="1800"/>
              </a:lnSpc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de control en Power BI y Excel avanzado que mejoraron la visibilidad operativa.</a:t>
            </a:r>
            <a:endParaRPr lang="en-US" sz="1250" dirty="0"/>
          </a:p>
          <a:p>
            <a:pPr marL="342900" indent="-342900">
              <a:lnSpc>
                <a:spcPts val="1800"/>
              </a:lnSpc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Apoyo a la implementación de sistemas de gestión integral bajo normas ISO.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Diego A. Hernández Blanco  ·  Trayectoria profesional y académica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Formación académica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8755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titulaciones, de la metalurgia al software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10881360" cy="786384"/>
          </a:xfrm>
          <a:prstGeom prst="roundRect">
            <a:avLst>
              <a:gd name="adj" fmla="val 13953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" y="1755648"/>
            <a:ext cx="420624" cy="420624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96112" y="17556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691640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Maestría en Informática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1993392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Instituto Politécnico Nacional (IPN) · México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9144000" y="170078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– 2028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9144000" y="198424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curso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40080" y="2505456"/>
            <a:ext cx="10881360" cy="786384"/>
          </a:xfrm>
          <a:prstGeom prst="roundRect">
            <a:avLst>
              <a:gd name="adj" fmla="val 13953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96112" y="2688336"/>
            <a:ext cx="420624" cy="420624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96112" y="26883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508760" y="2624328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Tecnólogo en Aplicaciones para Cloud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1508760" y="2926080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9144000" y="26334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– 2026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9144000" y="291693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certificación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0080" y="3438144"/>
            <a:ext cx="10881360" cy="786384"/>
          </a:xfrm>
          <a:prstGeom prst="roundRect">
            <a:avLst>
              <a:gd name="adj" fmla="val 13953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96112" y="3621024"/>
            <a:ext cx="420624" cy="420624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96112" y="36210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508760" y="3557016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Tecnólogo en Análisis y Desarrollo de Sistemas de Información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1508760" y="385876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9144000" y="35661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 – 2024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4370832"/>
            <a:ext cx="10881360" cy="786384"/>
          </a:xfrm>
          <a:prstGeom prst="roundRect">
            <a:avLst>
              <a:gd name="adj" fmla="val 13953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96112" y="4553712"/>
            <a:ext cx="420624" cy="420624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96112" y="45537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508760" y="4489704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Especialización en Gestión de la Productividad y Mejoramiento Continuo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1508760" y="4791456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UPTC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9144000" y="44988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 – 2024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40080" y="5303520"/>
            <a:ext cx="10881360" cy="786384"/>
          </a:xfrm>
          <a:prstGeom prst="roundRect">
            <a:avLst>
              <a:gd name="adj" fmla="val 13953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96112" y="5486400"/>
            <a:ext cx="420624" cy="420624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96112" y="5486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1508760" y="5422392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Metalúrgica</a:t>
            </a:r>
            <a:endParaRPr lang="en-US" sz="1350" dirty="0"/>
          </a:p>
        </p:txBody>
      </p:sp>
      <p:sp>
        <p:nvSpPr>
          <p:cNvPr id="34" name="Text 32"/>
          <p:cNvSpPr txBox="1"/>
          <p:nvPr/>
        </p:nvSpPr>
        <p:spPr>
          <a:xfrm>
            <a:off x="1508760" y="5724144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Pedagógica y Tecnológica de Colombia (UPTC)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9144000" y="543153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 – 2023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640080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Diego A. Hernández Blanco  ·  Trayectoria profesional y académica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1097280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Formación continua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8755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cursos certificados · 1.226 horas acumuladas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600200"/>
          <a:ext cx="64008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452360" y="1600200"/>
            <a:ext cx="4069080" cy="3931920"/>
          </a:xfrm>
          <a:prstGeom prst="roundRect">
            <a:avLst>
              <a:gd name="adj" fmla="val 2791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0" y="182880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Áreas de estudio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772400" y="23317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458200" y="236829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7772400" y="28346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8458200" y="28712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Ofimática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7772400" y="33375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8458200" y="337413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7772400" y="38404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8458200" y="387705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7772400" y="43434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8458200" y="43799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Metalurgia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7772400" y="48463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8458200" y="488289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Idiomas</a:t>
            </a:r>
            <a:endParaRPr lang="en-US" sz="125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Diego A. Hernández Blanco  ·  Trayectoria profesional y académica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1097280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Competencias técnicas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8755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con las que trabajo a diario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257800" cy="1828800"/>
          </a:xfrm>
          <a:prstGeom prst="roundRect">
            <a:avLst>
              <a:gd name="adj" fmla="val 600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1856232"/>
            <a:ext cx="420624" cy="42062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18562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87452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Desarrollo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2468880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 ·   React y TypeScript   ·   SQL   ·   FastAPI   ·   Firebase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63640" y="1600200"/>
            <a:ext cx="5257800" cy="1828800"/>
          </a:xfrm>
          <a:prstGeom prst="roundRect">
            <a:avLst>
              <a:gd name="adj" fmla="val 600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0" y="1856232"/>
            <a:ext cx="420624" cy="42062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83680" y="18562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178040" y="187452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Analítica y datos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2468880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  ·   Tableau   ·   R   ·   Minitab   ·   Machine Learning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657600"/>
            <a:ext cx="5257800" cy="18288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0120" y="3913632"/>
            <a:ext cx="420624" cy="42062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60120" y="39136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393192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Automatización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4526280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AppSheet   ·   Power Automate   ·   Agentes de IA   ·   Google Apps Script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63640" y="3657600"/>
            <a:ext cx="5257800" cy="18288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0" y="3913632"/>
            <a:ext cx="420624" cy="42062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83680" y="39136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178040" y="393192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Ingeniería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583680" y="4526280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580 / 581 / 570   ·   ASME   ·   Lean y Six Sigma   ·   ISO 9001 e ISO 17025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Diego A. Hernández Blanco  ·  Trayectoria profesional y académica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097280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Proyectos entregados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8755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Siete proyectos en tres países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429000" cy="1783080"/>
          </a:xfrm>
          <a:prstGeom prst="roundRect">
            <a:avLst>
              <a:gd name="adj" fmla="val 6154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920240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BHR Due Diligence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56032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&amp; Human Rights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90779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Madrid, España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43400" y="1645920"/>
            <a:ext cx="3429000" cy="1783080"/>
          </a:xfrm>
          <a:prstGeom prst="roundRect">
            <a:avLst>
              <a:gd name="adj" fmla="val 6154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17720" y="1920240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BHR Country Risk Compass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617720" y="256032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Repsol · Inditex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617720" y="290779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Madrid, España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046720" y="1645920"/>
            <a:ext cx="3429000" cy="1783080"/>
          </a:xfrm>
          <a:prstGeom prst="roundRect">
            <a:avLst>
              <a:gd name="adj" fmla="val 6154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21040" y="1920240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 de Reportes de Inspección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256032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ADEMINCOL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8321040" y="290779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Bogotá, Colombia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3657600"/>
            <a:ext cx="3429000" cy="1783080"/>
          </a:xfrm>
          <a:prstGeom prst="roundRect">
            <a:avLst>
              <a:gd name="adj" fmla="val 6154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4400" y="3931920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Académica Alto Horno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45720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Acerías Paz del Río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914400" y="491947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Sogamoso, Colombia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343400" y="3657600"/>
            <a:ext cx="3429000" cy="1783080"/>
          </a:xfrm>
          <a:prstGeom prst="roundRect">
            <a:avLst>
              <a:gd name="adj" fmla="val 6154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617720" y="3931920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 Academy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617720" y="45720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 Gestión Integral S.A.S.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4617720" y="491947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Palmira, Colombia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046720" y="3657600"/>
            <a:ext cx="3429000" cy="1783080"/>
          </a:xfrm>
          <a:prstGeom prst="roundRect">
            <a:avLst>
              <a:gd name="adj" fmla="val 6154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321040" y="3931920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Tributario Municipal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8321040" y="45720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Alcaldía de Paipa +3 municipios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8321040" y="491947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Paipa, Colombia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57150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séptimo proyecto de automatización de flujos de aprobación en Ciudad de México.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640080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Diego A. Hernández Blanco  ·  Trayectoria profesional y académica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097280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Idiomas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8755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Español nativo · Inglés B1 certificado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645920"/>
          <a:ext cx="640080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452360" y="1645920"/>
            <a:ext cx="4069080" cy="3749040"/>
          </a:xfrm>
          <a:prstGeom prst="roundRect">
            <a:avLst>
              <a:gd name="adj" fmla="val 2927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0" y="192024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B1</a:t>
            </a:r>
            <a:endParaRPr lang="en-US" sz="5400" dirty="0"/>
          </a:p>
        </p:txBody>
      </p:sp>
      <p:sp>
        <p:nvSpPr>
          <p:cNvPr id="7" name="Text 4"/>
          <p:cNvSpPr txBox="1"/>
          <p:nvPr/>
        </p:nvSpPr>
        <p:spPr>
          <a:xfrm>
            <a:off x="7772400" y="27889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Común Europeo de Referencia (MCER)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7772400" y="338328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Emitido por el CENLEX Unidad Zacatenco del Instituto Politécnico Nacional. Examen de dominio del idioma inglés para admisión a maestría.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772400" y="47091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Vigente hasta junio de 2027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Diego A. Hernández Blanco  ·  Trayectoria profesional y académica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097280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01168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endParaRPr lang="en-US" sz="4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92608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procesos y desarrollo de software en la misma persona: entiendo la operación y construyo la herramienta.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9776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Correo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2103120" y="39776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dialhebl.dh@gmail.com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45312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Teléfono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103120" y="445312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+52 56 4790 1745  ·  +57 321 629 1861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492861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Portafolio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103120" y="492861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didakus1177.github.io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540410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2103120" y="540410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Diego Alejandro Hernández Blanco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38160" y="2103120"/>
            <a:ext cx="2926080" cy="2926080"/>
          </a:xfrm>
          <a:prstGeom prst="ellipse">
            <a:avLst/>
          </a:prstGeom>
          <a:solidFill>
            <a:srgbClr val="1E3A8A"/>
          </a:solidFill>
          <a:ln/>
        </p:spPr>
      </p:sp>
      <p:pic>
        <p:nvPicPr>
          <p:cNvPr id="13" name="Image 0" descr="perf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5320" y="2240280"/>
            <a:ext cx="2651760" cy="2651760"/>
          </a:xfrm>
          <a:prstGeom prst="ellipse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Trayectoria profesional y académica</dc:title>
  <dc:subject>PptxGenJS Presentation</dc:subject>
  <dc:creator>Diego Alejandro Hernández Blanco</dc:creator>
  <cp:lastModifiedBy>Diego Alejandro Hernández Blanco</cp:lastModifiedBy>
  <cp:revision>1</cp:revision>
  <dcterms:created xsi:type="dcterms:W3CDTF">2026-09-01T22:37:51Z</dcterms:created>
  <dcterms:modified xsi:type="dcterms:W3CDTF">2026-09-01T22:37:51Z</dcterms:modified>
</cp:coreProperties>
</file>